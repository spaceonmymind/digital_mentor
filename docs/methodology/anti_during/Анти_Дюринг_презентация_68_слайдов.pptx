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Пятьдесят минут. Задача — передать метод, а не перечислить функции.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АНТИ-ДЮРИНГ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поддержки изобретательства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в двух томах: метод и ансамбль агентов · реализация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Платёжные и финансовые технологии   |   Июль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ЭТА ПРЕЗЕНТАЦИЯ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книги об одном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6654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 I. Метод и ансамбль агентов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68880"/>
            <a:ext cx="4928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система названа «Анти-Дюринг», что считается изобретением, из каких стадий состоит созревание идеи, как устроены гейты и как настроены тридцать две позиции ансамбля. 232 страницы.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06654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 II. Реализация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68880"/>
            <a:ext cx="4928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платформенные решения, знания и данные, безопасность, операционная модель, оценивание работ, экономика, риски. 89 страниц.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сделано по сроку жизни содержания: метод устойчив, реализация устаревает за месяцы. Поэтому критерии выбора отделены от конкретных решений на сегодня.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системы: помочь развитию творческих навыков создания принципиально новых услуг, технологий и решений в платёжной и финансовой сферах.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 дальше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1579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Зачем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56032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идей много, а изобретений мало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21579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Метод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30752" y="256032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Противоречие, дюрингианство, пять принципов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1579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Процесс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11112" y="256032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стадий созревания идеи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35440" y="201168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1472" y="21579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Гейты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91472" y="2560320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переходов и правило двух ключей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58444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Акторы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" y="4133088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и тридцать две позиции ансамбля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358444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Прозрение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30752" y="4133088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 системе живёт творческий акт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58444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Оценивание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1112" y="4133088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Шкала, вето, веса, индексы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35440" y="3584448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9147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Реализация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91472" y="4133088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экономика, риски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в этой презентации — не перечень функций, а метод: как противоречие превращается в конструкцию.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Диагноз: почему в платежах мало подлинных изобретений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Идей всегда много. Изобретений — мало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любой крупной организации ежегодно собираются сотни предложений: конкурсы, питчи, хакатоны, стратегические сессии. Количество не является узким местом.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место — переход от идеи к изобретению: к решению, у которого есть собственная конструкция, поддающаяся патентованию, стандартизации или воспроизведению другими участниками рынка.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Типичный выход отрасли — переупаковка известного: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45262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26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«кошелёк с подписками»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45262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526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«рассрочка в новом канале»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45262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526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«QR вместо карты»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0" y="452628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526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«ИИ-ассистент в приложении»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системных причин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7373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оценивается по убедительности презентации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" y="20299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Отбирается не решение, а качество подачи. Хорошо рассказанная банальность побеждает плохо рассказанное изобретение.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6060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Критика социально дорога и потому вытеснена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28986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Возразить стоит дороже, чем промолчать. Её место занял вежливый консенсус.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52044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34747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 о прошлых попытках не сохраняется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37673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Отрасль переизобретает провалившееся каждые пять–семь лет.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38912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3434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Регуляторный и стандартизационный контур подключается последним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" y="46360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конструкцию уже нельзя изменить, юрист становится палачом, а не соавтором.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25780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52120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Сетевая экономика не учитывается на стадии замысла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61288" y="55046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 изящные решения умирают от отсутствия пути принятия.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МЕТАФОРА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Идею не производят — её выращивают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Метафора конвейера неверна: она предполагает известный на входе результат и фиксированные сроки. Изобретение так себя не ведёт.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5237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Почва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29260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накопленное знание: чем богаче корпус, тем выше вероятность всхода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5237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29260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противоречие, а не пожелание: из пожелания не растёт ничего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2377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5237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Прививка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48472" y="292608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 из чужой отрасли, дающая конструкции новый признак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5020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09651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Обрезка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44988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критика: без неё крона густа и бесплодна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95020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409651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Опыление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9432" y="44988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столкновение с другими задачами и другими людьми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395020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409651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Семенной фонд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48472" y="44988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архив отвергнутого, из которого поднимают, когда условия изменились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 с помидорами, беда возможна: в холодное лето их поражает фитофтора. Не всякая идея прорастёт — метод не даёт гарантии всхода. Отсюда правило: стадии обязательны, сроки — нет.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МЕТОДА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водораздел: компромисс или снятие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BF0EE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Компромисс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Требуется мгновенный расчёт — и одновременно не держать под это большие суммы обеспечения.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ответ: расчётные окна несколько раз в день, частичный взаимозачёт.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стороны ухудшены в согласованной пропорции. Нового объекта не возникло.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Снятие противоречия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Разделить несовместимые требования — в пространстве, во времени, по условию или между участниками.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Мгновенность достигается БЕЗ роста потребности в обеспечении: за счёт иного распределения риска, иного момента финальности или ресурса, который уже есть.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Изобретение начинается там, где кривая обмена смещается или исчезает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начинается не с идеи, а с противоречия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обеспечить  А,  требуется  X;   но  X  ухудшает  Б,  которое нужно сохранить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стороны должны быть измеримы. Пока их нельзя измерить, идеи ещё нет — есть пожелание.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4290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753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3977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указывает область поиска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34290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5753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3977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поставляет материал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34290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357530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39776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 развитие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3776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Половина предложений отмирает на этом шаге — за ними не оказывается противоречия. Это не потеря, а экономия: организация узнаёт об этом за час, а не за квартал.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Дюрингианство, пять принципов, дисциплина критики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ИМЯ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Дюринг — не человек,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способ мышления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Строить систему из головы, до и вместо изучения предмета. Собирать её из разнородных заимствований, скреплённых уверенным тоном. Предъявлять общеизвестное как открытие. Объявлять построение окончательным.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Такое мышление собрано из корректных элементов и не содержит формальных ошибок. Именно поэтому оно проходит любую экспертизу — и именно на него охотится система.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признаков — и проверка к каждому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75104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Потребность выведена из головы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«Клиентам нужен единый интерфейс». ПРОВЕРКА: назовите наблюдаемое событие — отказ, задержку, ручную операцию — с числом и источником.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40156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47872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Решение собрано из модных деталей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3950208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«Реестр плюс машинное обучение плюс токенизация». ПРОВЕРКА: уберите любую деталь. Решение выжило — деталь была украшением.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97433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5120640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Известное под новым именем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5522976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перескажите предложение, не используя ни одного термина из исходного текста. «Интеллектуальное управление рисками» превращается в «правила, меняющие лимит по истории операций».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признаков (продолжение)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75104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Компромисс, поданный как прорыв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Самая опасная форма: выглядит как инженерная зрелость. ПРОВЕРКА: какое требование ухудшено ради улучшения другого и на сколько.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40156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47872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Нет опровергаемых утверждений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3950208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назовите результат, который заставил бы вас отказаться от замысла. Если такого нет — перед нами убеждение, а не конструкция.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97433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5120640"/>
            <a:ext cx="10369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Название технологии вместо механизма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5522976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«Проблема решается применением ИИ» — не утверждение, а его отсутствие. ПРОВЕРКА: замените название описанием свойства; фраза потеряла смысл — смысла в ней и не было.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ДИАЛЕКТИКА КАК РАБОЧИЙ ИНСТРУМЕНТ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принципов метода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7510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Развитие начинается с противоречия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 потребности и не с технологии. Ни одна идея не переходит к генерации, пока противоречие не сформулировано количественно.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7510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Отрицание отрицания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377440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обязана пройти уничтожающую критику и вернуться изменённой. Возврат без изменений означает, что критика была имитацией.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44728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59359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Переход количества в качество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3995928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Искать не «улучшение на 20 %», а порог, за которым меняется тип пользования.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44728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59359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Восхождение от абстрактного к конкретному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3995928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 → класс решений → принцип → схема → конструкция. Преждевременная конкретизация губит замысел.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657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21208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Единство исторического и логического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" y="5614416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не знает, что его схема уже предлагалась и погибла, — повторяет, а не изобретает.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3 ПОДРОБНЕЕ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Искать порог, а не проценты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за трое суток и расчёт за минуту — количественная разница. Переход от минут к секундам с гарантированной финальностью качественно меняет применимость.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56032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7066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порога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3108960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 требует доверительного зазора: товар передают, надеясь, что деньги придут. Нужны обеспечение, лимиты, проверка контрагента.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7066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порога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73952" y="3108960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 встроен в физический процесс — передачу товара, включение услуги, разблокировку устройства — и отдельного зазора не требует.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480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8056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требование: в формулировке задачи указывается не «улучшить показатель», а порог, при переходе которого меняется класс сценариев, и обоснование, почему именно там.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 КРИТИКИ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Возражение принимается только в трёх частях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какое именно утверждение оспаривается — точной цитатой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отказа: неснятое противоречие, нарушенное требование, вектор злоупотребления, прецедент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057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снятия — либо явное «в этой постановке снять нельзя»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Возражение без третьей части не считается возражением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«Так не делается», «нет прецедента», «рынок не готов» отклоняются автоматически: отсутствие прецедента есть свойство всякого изобретения, а не аргумент против него.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Парировать — не то же самое, что снять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BF0EE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Парировать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что-то, компенсирующее недостаток.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 тяжелеет, исходное преимущество частично теряется — и мы возвращаемся к той точке компромисса, от которой уходили.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Перестроить конструкцию так, что обстоятельство, вызывавшее возражение, просто исчезает.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Возражение не парировано — у него больше нет предмета.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если после всей критики конструкция совпала с первым вариантом — синтеза не было, критика оказалась ритуалом, работа возвращается назад.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НЕ С ПУСТОГО МЕСТА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взято у существующих школ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Школа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взято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 чего отказались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ТРИЗ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аппарат противоречий, идеальный результат, анализ ресурсов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универсализм таблиц приёмов для механики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Теория C-K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различение пространства концептов и знаний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академическая абстрактность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Морфология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систематический перебор вместо свободных ассоциаций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комбинаторный взрыв без критерия отсечения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Thinking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выход в поле, наблюдение реального трения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культ эмпатии, поспешная прототипизация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Startup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опровергаемая гипотеза, решающий эксперимент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«быстрый выход» неприменим к инфраструктуре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Дельфи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независимое суждение до обсуждения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сходимость мнений как цель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заимствовано сознательно: оценка идей голосованием, единый «чемпион идеи», воронки с плановой конверсией.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один умный помощник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Попросить модель «предложить инновационные решения» — значит получить связный, уверенный, эклектичный текст. То есть ровно тот продукт, против которого система названа.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Изобретательство — процесс с внутренним конфликтом,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конфликт требует разных позиций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инстанция не может одновременно порождать варианты и всерьёз их разрушать — она будет мягко соглашаться сама с собой.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стадий созревания идеи и две оси движения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 ЦИКЛА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оси: путь идеи и путь человека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Горизонтальная ось — идея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 → S9: что происходит с замыслом. Каждая стадия имеет обязательный артефакт, своих агентов и свой типичный способ смерти.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Вертикальная ось — человек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каждой стадии: ход человека → разбор Системы → доработка. Повторяется на каждой стадии заново, поэтому это цикл, а не стадия.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148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Стадия продвигается тогда, когда ход сделал ЧЕЛОВЕК. Если ход выполнил за него агент, это записывается и вычитается поправкой на самостоятельность при расчёте индексов.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436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Отдельной стадии «до S0» нет: место перед первой стадией занято полем, в котором человек живёт и замечает трение.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СХЕМА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стадий, девять гейтов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Проблеск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25496" y="18288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08376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56632" y="18288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9512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39512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87768" y="18288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70648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решений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18904" y="18288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1784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01784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Отрицание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4290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825496" y="34290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8376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008376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56632" y="34290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39512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концепция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87768" y="34290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0648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70648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518904" y="3429000"/>
            <a:ext cx="20482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1784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01784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9436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1206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Гейт стоит между стадиями, поэтому десять стадий дают девять переходов G0–G8. Возвраты — норма, а не авария: S4→S2 означает, что противоречие сформулировано неверно; S6→S3 — что гипотеза опровергнута.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Проблеск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сигнала — наблюдаемого факта, вызывающего подозрение, что существующая конструкция несовершенна. Сильнейший сигнал — обходной путь, придуманный практиками: за него уже платят своим трудом.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Заметить и удержаться от истолкования: записать событие, а не своё объяснение. Скаут умеет искать и проверять, но заметить трение может только тот, кто в поле.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сигнала: наблюдаемое событие, источник и достоверность, масштаб, кто выигрывает от существующего порядка, узел предметного поля.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A-03 Скаут поля, A-06 Архивариус (дедупликация и триггеры воскрешения), A-09 Механик платежей.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сигнал, который на самом деле является интерпретацией: «клиенты хотят удобства».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Превращение сигнала в проблему: отделение симптома от причины и построение формулировки задачи. Здесь совершается больше всего управленческих ошибок — организация решает симптом, потому что он измерим.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Обосновать каждый переход в дереве причин самому. Самый трудный ход: признать, что ведущая причина неудобна (например, организационная), и не свернуть на удобную.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проблемы: дерево причин с долями объясняемого, тип ведущей причины, уровни воздействия, формулировка «обеспечить А при сохранении Б в условиях В», владелец задачи.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A-04 Диагност, A-09 Механик платежей, A-07 Регуляторный навигатор, A-02 Сократ.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задача, поставленная на уровне симптома: её решение не устраняет наблюдаемого факта.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 стадия метода. Восхождение от административного противоречия к техническому и предельному, формулировка идеального конечного результата, инвентаризация ресурсов, восстановление истории попыток.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Сформулировать противоречие. Труднейший ход всего цикла: удержать два несовместимых требования, не сбежав в компромисс. Решение о том, какие требования считать несовместимыми, — авторское.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противоречия: обе стороны с показателями, точка компромисса, ИКР, перечень ресурсов по семи категориям, история не менее двух попыток с условиями смерти, перечень нерушимого.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A-05 ТРИЗ-аналитик (ведущий), A-09 (ресурсы), A-06 (история попыток), A-07 (нерушимое), A-15 (проверка: противоречие или пожелание).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«противоречие», обе стороны которого неизмеримы, а потому неопровержимы.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решений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Систематическая — не ассоциативная — генерация принципов действия. Целевой результат: не менее семи различных принципов, а не семи вариантов одного. Критические позиции на этой стадии отключены.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свои принципы к предъявленным генераторами и ответить, чем каждый отличается от соседнего. Здесь автор часто впервые обнаруживает, что альтернатив у него не было.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решений: принципы с механизмом, задействованным ресурсом, происхождением и кластером различности. Отдельно — отсечённые сочетания с причиной.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A-11 Морфолог, A-12 Аналогизатор, A-13 Инверсор, A-14 Форсайтер, A-30 «Дарвин» (комбинатор корпуса).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поле, в котором все принципы — варианты одного, например семь способов «применить распределённый реестр».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Уничтожающая критика по четырём независимым осям, выполняемая параллельно и без взаимного согласования. Результат — не вердикт, а перечень неснятых противоречий с направлениями снятия.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защищаться, а слушать. Ход автора — признать возражение существенным; гейт требует хотя бы одного такого признания, и оно не делается за него ни агентом, ни наставником.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отрицания: возражения в трёхчастной форме, отсортированные по разрушительности; выжившие принципы; пересечения — возражения, найденные двумя осями независимо.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A-15 Анти-Дюринг, A-16 Красная команда, A-17 Экономист-скептик, A-28 Скептический клиент. Ограничения поставляют A-07, A-08, A-10, A-27.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разрушены все принципы поля — это результат, а не провал: возврат к S2 или S1.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Снятие противоречия: сборка конструкции, которая удерживает требуемые свойства и учитывает возражения не как заплатки, а как условия конструкции. Не выбор лучшего из семи, а новое.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садится прозрение. Автор ищет конструкцию, при которой критическое возражение теряет предмет. Синтезатор ведёт консилиум, но ядро в один абзац пишет человек.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ядро в одном абзаце без ярлыков, принцип действия, отличия от прецедентов, снятие обеих сторон, допущения, оставшиеся уязвимости, три опровергаемых предсказания, первый замкнутый контур.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A-18 Синтезатор (ведущий), A-05 (снимается ли противоречие), A-09 (соответствие механике), автор как равный участник.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ложный синтез: концепт совпадает с первым вариантом поля решений — значит критика была имитацией.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прототип, а решающий опыт: самый дешёвый эксперимент, способный опровергнуть ключевое допущение. Порядок опытов определяется разрушительностью, а не удобством.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Назвать условие опровержения до опыта и не изменить его потом. Ход дисциплины: труднее всего не подвинуть порог, когда результат уже виден и до успеха не хватает двух процентов.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испытаний: критическое допущение, форма проверки, условие опровержения с отметкой времени, результат, вывод. Отрицательный результат — полноценный результат.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A-20 Экспериментатор (ведущий), A-21 Квант-модельер (расчёт и имитация), A-07 (юридический разбор казуса).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опыт, поставленный так, что не может дать отрицательного результата.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концепция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Доведение концепта до состояния, в котором его можно передать в разработку, защитить перед инвестиционным комитетом, вынести на регуляторную площадку или предложить в рабочую группу стандарта.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решения на развилках: какой рынок, какой уровень согласования, какой этап выводить первым, чем компенсировать проигравшему участнику. И подписать, что определённости достаточно.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разделов: задача и противоречие · ядро · архитектура · модель данных и обмен · распределение риска · нормативный путь · экономика · патентная позиция · план и открытые вопросы.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A-19 Архитектор (ведущий и проверяющий непротиворечивость), A-08, A-07, A-17, A-10, A-27, A-06; повторное отрицание A-15 и A-16; A-29 собирает решение.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разделы противоречат друг другу: архитектура требует действия от участника, которому это невыгодно.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Изготовление внешнего артефакта в жанре, соответствующем цели: патентная заявка, проект расширения стандарта, спецификация интерфейса, регламент участника схемы.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Решить, в каком жанре выходить наружу и что раскрывается публикацией. Патентовед и спецификатор готовят материал, но решение о раскрытии — авторское и организационное.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документ: формула изобретения с независимыми и зависимыми пунктами — либо обоснование потребности, изменения модели данных, правила обработки, тестовые сценарии.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A-22 Патентный поверенный, A-23 Спецификатор, A-24 Рефери (соответствие жанру адресата).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смерть: возврат S8→S5 означает, что гейт G7 был пройден незаслуженно, — это процессный дефект.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2011680" y="5669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Институционализация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 результата и закрепление его в организации и отрасли: сопровождение при разработке, отслеживание внешних процедур, фиксация фактического результата и обратная связь в корпус знаний.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ЧЕЛОВЕКА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Сопроводить артефакт во внешней процедуре и честно записать расхождение между прогнозом и фактом. Ход, который пропускают чаще прочих: работа сдана, интерес угас.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корпус: фактический результат, расхождения прогноза и факта, изменения артефакта, статус внешней процедуры.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ПОЗИЦИИ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A-01 Оркестратор и человек. Это стадия, которую в большинстве корпоративных процессов не выполняет никто — из-за чего организация не учится.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О НЕУДАЧАХ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Морг идей — не кладбище, а склад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писать нельзя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«Рынок был не готов»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хватило инвестиций»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«Идея опередила время»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— можно проверить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«Требовалась поддержка на стороне приёма, а доля оснащённых точек не достигала порога, при котором возникает польза для плательщика»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формулировка сразу превращается в вопрос: действует ли это условие сейчас?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4572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Изменилась норма, появилась инфраструктура, подешевел компонент, истёк срок охраны — идею поднимают из архива. Триггер воскрешения регистрируется как наблюдаемое событие, и скаут проверяет его при каждом обходе. Через несколько лет это актив, которого нет у конкурентов: набор готовых конструкций, ждущих известных условий.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Гейты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переходов, правило двух ключей, защита от имитации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Гейт проверяет не идею, а работу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проверяется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Сформулировано ли противоречие измеримо. Содержит ли поле решений различные принципы. Записано ли условие опровержения до опыта. Признал ли автор хотя бы одно возражение существенным.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проверяется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Получится ли из этого продукт. Предсказание успеха на ранней стадии недоступно ни человеку, ни машине, а формальная оценка перспективности систематически отсеивает именно новизну — она по определению без прецедента.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622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двух ключей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Гейт закрывается двумя подписями: агент-рефери проверяет по рубрике, человек подписывает. Человек вправе решить вопреки рубрике — с записанным обоснованием. Накопленные однотипные переопределения означают, что неверна рубрика, и служат основанием её изменить. Так система учится на несогласии людей, а не защищается от него.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ПЕРЕХОДОВ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— G2: от сигнала к противоречию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→ проблема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65960" y="23134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карточке наблюдаемое событие, а не мнение: если факт нельзя посчитать и увидеть повторно, дальше не идём. Проверено дублирование с открытыми задачами и записями морга.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832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832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3375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→ противоречие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65960" y="36850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сформулирована через требуемое свойство, а не через средство, и её решение действительно устраняет наблюдаемое событие. Проверено, не является ли причина организационной.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548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548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4709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 → генерация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65960" y="50566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стороны измеримы, названа текущая точка компромисса, определён идеальный результат, составлен перечень ресурсов, восстановлена история не менее двух попыток с условиями смерти.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ПЕРЕХОДОВ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— G5: генерация, отрицание, синтез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→ отрицание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65960" y="23134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менее семи принципов и четырёх независимых кластеров: опровержение одного не должно опровергать остальные. Проверяется по журналу, что критики к генерации не привлекались.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832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832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3375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отрицание → синтез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65960" y="36850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Пройдены все оси критики, возражения оформлены трёхчастно. Не менее одного возражения признано автором убийственным: гейт, где ни одно не оказалось существенным, не считается пройденным.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548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548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4709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→ испытание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65960" y="50566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в одном абзаце без технологических ярлыков; конструкция отличается от исходного варианта поля решений; сформулированы три опровергаемых предсказания; определён первый замкнутый контур.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ДЕВЯТЬ ПЕРЕХОДОВ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 — G8: испытание, концепция, оформление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испытание → концепция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65960" y="23134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Критическое допущение определено и проверено; условие опровержения было зарегистрировано до опыта; результат зафиксирован независимо от желаемого; при отрицательном результате выполнен возврат.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832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832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3375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→ оформление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65960" y="36850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девять разделов на месте и не противоречат друг другу; каждое существенное утверждение помечено как факт со ссылкой, результат опыта или допущение; определён нормативный путь.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548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548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4709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→ внедрение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65960" y="505663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отвечает жанровым требованиям адресата, не расходится с содержанием проектной концепции, определён ответственный за сопровождение и точки контроля.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ЛЮБЫЕ КРИТЕРИИ ПОРОЖДАЮТ ИХ ФОРМАЛЬНОЕ УДОВЛЕТВОРЕНИЕ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имитации гейтов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6654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«семи принципов ради семи»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68880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различности с требованием независимых кластеров; проверка на однокоренные формулировки; право вернуть поле с формулировкой «представлено N вариантов одного принципа».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06654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ритуальной критики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68880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Требование хотя бы одного возражения, признанного убийственным. Учёт результативности критиков: доля возражений, повлёкших изменение конструкции, а не отклонение работы.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858768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00507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подгонки опыта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4407408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опровержения регистрируется до начала, с отметкой времени. Изменение после начала помечает результат как ослабленный.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858768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400507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«уверенного текста»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4407408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существенное утверждение маркируется: факт со ссылкой, результат эксперимента или допущение. Немаркированные удаляются при проверке.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Организация, премирующая прохождение гейтов, получит имитацию. Премирующая качество работы стадий и содержательные возражения чужим работам — получит изобретения.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Акторы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и тридцать две позиции ансамбля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РОДА УЧАСТНИКОВ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действует в системе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· наставник · методолог · экспертный совет · владелец программы · внешний автор.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Принимают все решения о судьбе работы, подписывают гейты, выходят в поле, несут ответственность.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Ансамбль: 32 позиции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функциональных контуров плюс слой оркестрации.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Готовят материал для суждения, удерживают профессиональные горизонты, которыми не владеет один человек, и делают критику дешёвой.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3891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5371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— это место в методе, а не должность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 не воспроизводят штатное расписание. Каждый существует потому, что в методе есть операция, которую нужно выполнить, и точка зрения, которую нужно удержать отдельно от остальных. Генератор не оценивает собственный результат, критик не синтезирует, рефери не участвует в содержательной работе.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ОПРЕДЕЛЕНО ВОПРОСОМ И ПРАВОМ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рабочих мест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Рабочее место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Главный вопрос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Студент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мне делать дальше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Внести версию, запросить консультацию, выбрать работы для отбора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Наставник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Сам он дошёл или его довели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Подпись гейтов до G4, согласование отключения агентов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Методолог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Работают ли рубрики и промпты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 промптов, рубрик и весов, версионирование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Экспертный совет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 что стоит потратить ресурсы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Подпись гейтов G5–G8, решение о предфорумном отборе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Владелец программы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произведено и чего это стоило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Приоритеты, состав ансамбля, лимиты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Внешний автор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 моей идеей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Загрузить идею, заявиться в программу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требование ко всем местам: показывается путь работы, а не только её итог. Место, отображающее лишь текущую версию, воспроизводит тот самый дефект, из которого выросла концепция.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АНСАМБЛЯ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контуров, тридцать две позиции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К0 · Оркестрация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6052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A-01 · A-31 · A-02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267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 процесс, маршрутизирует, говорит с человеком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К1 · Проблематизация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A-03 · A-04 · A-05 · A-26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267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трения к противоречию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852928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К2 · Знание и контекст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9626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A-06 … A-10 · A-27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нормы, стандарты, механика, криптография, зрелость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852928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К3 · Генерация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29626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A-11 … A-14 · A-30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морфология, аналогии, инверсии, сценарии, комбинации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7705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К4 · Отрицание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60520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A-15 · A-16 · A-17 · A-28 · A-29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разоблачение, атака, экономика, адресат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87705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986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К5 · Синтез и проектирование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4080" y="39867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A-18 … A-21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73952" y="4315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снятие, архитектура, испытание, расчёт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9011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К6 · Оформление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60520" y="5010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A-22 · A-23 · A-24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53400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патент, стандарт, гейты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9011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К7 · Развитие человека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84080" y="5010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A-25 · A-32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73952" y="53400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траектория, слепые зоны, индексы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контур — одиннадцать позиций; полный ансамбль нужен для выхода на патенты и стандарты. Состав подбирает маршрутизатор по теме и зрелости работы.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К0 и К1: оркестрация и проблематизация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A-01 Диалектик-оркестратор «Энгельс»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Удерживает проект в диалектическом движении. Распознаёт патологии процесса: кружение на генерации, ложный синтез, бегство в реализацию, смерть от респектабельности.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A-31 Маршрутизатор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Тематический профиль работы, уровень прохода, состав позиций, бюджет. Самая дешёвая позиция и одна из самых влиятельных.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A-02 Сократ, вопрошатель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Задаёт вопросы и не даёт ответов ни при какой настойчивости. Существует ради второй цели системы: чтобы человек думал сам.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A-03 Скаут поля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Охота за трением. Восемь уровней силы сигнала: от обходного пути, придуманного практиками, до опроса.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A-04 Диагност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причин с проверкой полноты и достаточности. Закрывает задачи, не имеющие изобретательского решения.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A-05 ТРИЗ-аналитик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Противоречие, идеальный конечный результат, инвентаризация ресурсов по семи категориям, приёмы-кандидаты.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449824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568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A-26 Механизм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" y="59070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 позиция учебной конфигурации: «поиск магии». Шесть типов разрыва — агента, мотива, масштаба, времени, условия и обратный.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67939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Обратный разрыв — самый содержательный: механизм работает и в противоположную сторону, гася собственный эффект.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К2: знание и контекст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A-06 Архивариус изобретений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Прецеденты по пяти пластам. Главный продукт — условие смерти прошлой попытки и проверка его актуальности.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A-07 Регуляторный навигатор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как ограничение и как ресурс: обязательные процедуры, обязательность участия, экспериментальные режимы, календарь.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A-08 Стандартист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Выразимость решения в обмене. То, чего нельзя передать в сообщении, не может быть согласовано между участниками.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A-09 Механик платежей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Носитель реальности: фазы операции, распределение риска, восемь «плохих путей», проверка «уже существует».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A-10 Криптограф-приватник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знания «участники × сведения». Клетки «проверить, не зная» — там, где работает криптография.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A-27 Технолог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уровня зрелости и киллер-допущения: технологические предположения, ложность которых убивает замысел.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55869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контура: утверждение о содержании нормы или стандарта без извлечённого фрагмента не выдаётся.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К3: генерация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A-11 Морфолог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функциональных осей платёжной конструкции. Обязательная ось — «функция не исполняется вовсе».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A-12 Аналогизатор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механизмов: клиринг, телеком, логистика, энергетика, страхование. Девять условий переносимости.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A-13 Инверсор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перечень из шестнадцати догм отрасли и поиск места, где догма уже нарушена.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A-14 Форсайтер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Обратное планирование и отсутствующие звенья. Обязательный раздел — риск преждевременности.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A-30 «Дарвин»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 как популяция: скрещивание, мутация, перенос в другой узел, воскрешение из морга.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Критики отключены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стадии генерации критические позиции не участвуют: смешение генерации и оценки снижает и то и другое.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55869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«Дарвина» обязательно проходит проверку разоблачителя: механическое сочетание элементов даёт по большей части мусор.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К4: отрицание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A-15 «Анти-Дюринг», разоблачитель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Восемь проверок, включая тест на удаление и тест переформулировки. Ищет не ошибки, а определённый тип мышления.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A-16 Красная команда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Поведение схемы при умысле. Главный класс — злоупотребление по букве, без нарушения правил.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A-17 Экономист-скептик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Дельта по каждому участнику с издержками перехода. Обязательный вывод: чей доход сокращается.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A-28 Скептический клиент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именно, что делает сейчас, что перестанет делать, цена бездействия. Главный конкурент — ничего не менять.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A-29 Инвестор — сборщик решения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«да» и «нет», стоимость получения ответа, разбивка на этапы. Вердикта не выносит.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Веер, а не конвейер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четыре оси работают одновременно и изолированно. Возражение, найденное двумя независимо, — самое надёжное.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558698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критических позиций — доля возражений, повлёкших изменение конструкции, а не отклонение работы.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К5 и К6: синтез, проектирование, оформление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A-18 Синтезатор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Классифицирует возражения по четырём способам снятия и строит конструкцию, в которой критическое теряет предмет.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A-19 Архитектор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Референсная архитектура и единственный, кто проверяет непротиворечивость всех девяти разделов концепции.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A-20 Экспериментатор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Решающий опыт вместо прототипа. «Не опровергнуто» никогда не превращается в «подтверждено».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3580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A-21 Квант-модельер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493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Ликвидность, очереди, устойчивость правил к сговору. Модель без определённого отрицательного ответа не строится.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A-22 Патентный поверенный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результат против хозяйственного; минимально достаточная формула; обход собственных притязаний.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242816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361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A-23 Спецификатор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47000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Жанр определяется адресатом. Один замысел даёт три разных документа, универсальный не устраивает никого.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449824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568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A-24 Рефери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" y="590702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выполненности работы стадии. Пять механических признаков имитации, фиксация переопределений.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К7: развитие человека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A-25 Наставник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осей компетенций, одна ведущая слепая зона за цикл, задача на границе возможностей — и право отключить помогающие позиции.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A-32 Профилировщик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индексов с обязательной поправкой на самостоятельность. Никакого единого интегрального балла.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1729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Этот контур обслуживает первую цель системы. Порядок целей обратный ожидаемому: сначала люди, потом идеи.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 ПОЗИЦИИ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— это не промпт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 позиция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операцию метода исполняет и что ему запрещено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202082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30752" y="2423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проверяемых умений, разложенный до операций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02082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11112" y="2423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подкорпус, из которого извлекается контекст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35440" y="18745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1472" y="202082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91472" y="2423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слоя: неизменяемое знание · память случаев · извлечённые закономерности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584448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" y="413308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из корпуса, внешние источники, расчётные функции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3584448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промпта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30752" y="413308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шесть: первичный, уточняющий, поиск разрывов, повторная проверка, обучающий, оценка зрелости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584448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 бюджет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1112" y="413308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модели под позицию, предел стоимости и времени на вызов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35440" y="3584448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91472" y="37307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91472" y="4133088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измеряется качество работы позиции и её вклад в индексы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Третий слой памяти делает систему растущей: накопив тысячи разборов, она обнаруживает типовые дефекты именно этой области и этой аудитории. Закономерности возвращаются в промпты как примеры, а не как правила — правило сужает агента до перечня известных случаев.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ПОЗИЦИИ РАБОТАЮТ ВМЕСТЕ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протокола взаимодействия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Эстафета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Последовательное дополнение типизированного объекта. Агент не переписывает чужие поля. Основной режим стадий S0–S2 и S7–S8.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0208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Веер с барьером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Параллельная изолированная работа и сборка после барьера. Обязателен на генерации и отрицании — там, где независимость важнее согласованности.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6732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91363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Ринг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4315968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Состязательные дебаты, не более трёх раундов. Результат — не победа стороны, а перечень возражений, оставшихся неснятыми.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767328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91363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Консилиум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4315968"/>
            <a:ext cx="4928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Совместная работа над общим объектом с возможностью переписывать внесённое. Цель — не установить правоту, а построить конструкцию.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394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949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критики видят выводы друг друга, первое мнение задаёт рамку: второй спорит уже не с идеей, а с первым, третий ищет компромисс между ними. Спор гаснет, не начавшись.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Прозрение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 этой системе живёт творческий акт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ЭТО УСТРОЙСТВО, А НЕ ПРОБЕЛ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Прозрения нет ни в одном из контуров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Контуры описывают работу ансамбля. Прозрение принадлежит человеку, и всё построение служит тому, чтобы оно стало возможным и не было присвоено машиной.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Подготавливает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К1 · Проблематизация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3566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 сформулированное противоречие вместе с перечнем неиспользованных ресурсов делает решение почти выводимым. Озарение приходит не из пустоты, а к подготовленному противоречию.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Случается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Синтез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3566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момент, когда найдена конструкция, при которой самое разрушительное возражение теряет предмет. Генерация даёт перебор вариантов, а не озарение.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25146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F5B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Охраняет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48472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К7 · Развитие человека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8472" y="35661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Вопрошатель принципиально не выдаёт ответов; наставник вправе отключить помогающие позиции. Ход, сделанный за человека, его навыком не станет.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 не заменяет озарение: воспроизводимы условия, при которых оно случается, и путь, по которому его результат доходит до артефакта.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СИСТЕМА ИЗОБРЕТАТЕЛЮ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способа не потерять прозрение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0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поводов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" y="221284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почвы — сбор фактуры, история попыток, инвентаризация ресурсов — прежде занимала недели и делалась редко. Теперь занимает дни и делается для каждой задачи.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71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32644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Прозрение мимолётно: приходит не вовремя, не в той форме и часто не к тому, кто отвечает за задачу. Родословная превращает его в объект с автором, датой и связями, а не в реплику на совещании.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233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Сохранность при неудаче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43159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Замысел, погибший из-за условий, которых больше нет, поднимается по триггеру. Морг оказывается хранилищем прозрений, ждущих своего времени, в том числе чужих и давних.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384048" cy="384048"/>
          </a:xfrm>
          <a:prstGeom prst="ellipse">
            <a:avLst/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50749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атрибуция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" y="53675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Родословная сохраняет, кто именно сделал каждый ход. Это одновременно патентная необходимость — изобретателем признаётся физическое лицо — и условие доверия участников.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ЦЕЛЬ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намеренно не помогает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Умение увидеть за симптомом причину, отказаться от первой пришедшей идеи, удержать два несовместимых требования, услышать возражение не защищаясь — ничему из этого нельзя научить объяснением. Это формируется исполнением и разрушается, если исполнение делегировано.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0A5540"/>
          </a:solidFill>
          <a:ln w="12700">
            <a:solidFill>
              <a:srgbClr val="2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Вопрошатель не даёт ответов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78992" y="4800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при какой настойчивости. Ход, сделанный за вас, не станет вашим навыком.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0A5540"/>
          </a:solidFill>
          <a:ln w="12700">
            <a:solidFill>
              <a:srgbClr val="2E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 отключает агентов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90872" y="4800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Слабое место — постановка противоречия? На следующей работе этот агент выключен.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93192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0A5540"/>
          </a:solidFill>
          <a:ln w="12700">
            <a:solidFill>
              <a:srgbClr val="2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Отслеживается подмена навыка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02752" y="4800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растут, а доля самостоятельных ходов падает — об этом говорят прямо.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Оценивание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Шкала, вето, веса, индексы человека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ВЗВЕШЕННАЯ СУММА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неравнозначны — и складывать их нельзя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механизма нет, дальнейшее оценивание бессмысленно. Но это не вес — это вето: взвешенная сумма компенсаторна по устройству, провал по одному критерию возмещается успехами по другим.</a:t>
            </a:r>
            <a:endParaRPr lang="en-US" sz="15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Случай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Взвешенная сумма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3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Взвешенное произведение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Механизм отсутствует (0), всё прочее отлично (5)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Механизм заявлен без пути (1), прочее отлично (5)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8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Ровная добросовестная работа (3, 3, 3, 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Всё отлично (5, 5, 5, 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строка — приговор сумме: работа БЕЗ механизма получает 3,07, то есть больше, чем ровная честная работа с тройками. Система поощряла бы ровно тот продукт, против которого создана.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 ОЦЕНИВАНИЯ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слоя: сначала вето, потом веса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Вето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" y="2514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механизма — оценка не вычисляется вовсе. Работа возвращается, гейт не рассматривается. Это не низкий балл, а отказ от оценивания. Девять условий на весь цикл.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Веса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99432" y="2514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анализа иерархий: важность позиций сравнивается попарно, вес — нормированный собственный вектор матрицы. Своя матрица на каждую стадию, согласованность проверяется.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Свёртка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48472" y="2514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Взвешенное произведение, а не сумма: слабое звено не выкупается сильными. На ровных наборах совпадает с суммой — различие проявляется там, где нужно.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343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зависят от стадии. На стадии проблемы механизм получает почти половину суждения (0,483); на проектной концепции он не участвует вовсе. Матрица строится только над позициями, активными на этой стадии: 53 попарных сравнения вместо 496.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никогда не показывается один: вместе с ним идут вектор исходных оценок и указание, что отделяет работу от следующего уровня по каждой позиции.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ПОПРАВКА, БЕЗ КОТОРОЙ ОНИ БЕССМЫСЛЕННЫ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индексов человека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механизма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описать причинно-следственный путь к результату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новизны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найти и предъявить отличие от прецедентов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архитектуры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242316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довести замысел до конструкции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355848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02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исследования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9044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ставить опровергаемые утверждения и проверять их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355848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502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обучения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39044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первых четырёх от работы к работе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3355848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3502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Единого балла нет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390448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свёртка уничтожает информацию, ради которой индексы введены, и порождает игру на показатель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365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на самостоятельность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Индексы считаются с учётом доли ходов, выполненных человеком, а не агентами. Без поправки участник, максимально опирающийся на подсказки, получает лучший профиль, чем работающий сам и медленнее, — то есть система награждает поведение, разрушающее её цель.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ИХ РАЗДЕЛЯЮТ АРХИТЕКТУРНО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развития и отборочное представление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развития · закрытый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Всё, включая неудачные попытки, возвраты, слепые зоны, отключения агентов и ходы, выполненные не человеком.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Видят только участник и его наставник.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Отборочное представление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индексов с поправкой, динамика, две-три лучшие работы по выбору участника, способность воспринимать критику.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Идёт в экспертный совет.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6EC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805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не этическая, а инженерная: участник, знающий, что каждая его неудачная попытка учитывается при отборе, перестаёт пробовать смелое — и система теряет именно то, ради чего создана. Поэтому перенос между представлениями невозможен на уровне схемы данных, а не запрещён регламентом.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E9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знания, экономика, дорожная карта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слоёв архитектуры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CFE3D8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Человек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7830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места, права, подписи гейтов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6243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DCEBE3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24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Взаимодействие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62432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протокола, изоляция контекстов, барьер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6557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4F0EA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655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Процесс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46557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детерминированный автомат стадий и гейтов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30682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068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Агенты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30682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позиции, промпты, инструменты, права, режимы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14807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4F9F6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4807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Знания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514807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корпус, три слоя памяти, граф объектов, журнал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9893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принцип: детерминированный процесс поверх недетерминированных агентов. Агент производит объект, но не решает, куда двинуться дальше.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РИСК ЗАМКНУТОГО ЦИКЛА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 памяти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Неизменяемое знание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Нормы, стандарты, правила схем, механика процессов, материалы курса. Пополняется людьми по регламенту, агентами не пишется.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случаев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Разобранные работы с протоколами, возражениями, историей доработок и итогом. Отсюда берутся примеры для обучающего режима.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Извлечённые закономерности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дефекты именно этой области и этой аудитории. То, что превращает набор агентов в растущий актив.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BEEE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60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замкнутого цикла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Закономерности извлекаются из разборов, сделанных самой системой. Систематическая ошибка будет извлечена как закономерность, возвращена в промпты и усилена. Через несколько циклов система уверенно воспроизводит собственное заблуждение, а внешнего критерия у неё нет.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Защита: ежегодный ручной разбор выборки работ вслепую; возврат закономерностей как примеров, а не правил; запрет дообучать модели на корпусе собственных оценок.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на модели — не ограничение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работы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 штуку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месяц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Карточка идеи, короткий проход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 / мес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0,16 $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Эссе, средний проход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/ мес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0,64 $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Проектное обоснование, полный цикл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/ мес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4,19 $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 на модели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68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493 $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114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F5F1"/>
          </a:solidFill>
          <a:ln w="12700">
            <a:solidFill>
              <a:srgbClr val="0084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7939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10 000 – 15 000 $ на человеческие часы — соотношение примерно двадцать к одному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Оптимизировать надо человеческое время, а не токены. Любая настройка, экономящая 30 % расходов на модели ценой десяти дополнительных часов разбора в месяц, убыточна вдвое.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9436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показатель — стоимость обнаружения тупика: задача, закрытая на S1, обходится в часы; она же, обнаруженная при внедрении, — в месяцы работы команды.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горизонта внедрения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месяца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предметная ниша, минимальный контур из одиннадцати позиций. Проверяется единственная гипотеза: меняет ли отрицание конструкцию замысла.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4F0EA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Развёрнутый контур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9–12 месяцев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учебный цикл, около двадцати двух позиций по маршруту, патентно-стандартизационный выход. Проверяется: растут ли индексы при растущей самостоятельности.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DF5F1"/>
          </a:solidFill>
          <a:ln w="12700">
            <a:solidFill>
              <a:srgbClr val="CFE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Институционализация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год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06240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ансамбль, открытый контур, внешний периметр. Проверяется единственное, что нельзя подделать внутри: доходят ли артефакты до внешней экспертизы.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60350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035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перехода: следующий вариант вводится под измеренную нехватку, а не по плану развития. И корпус важнее платформы — сбор условий смерти начинается до всякой техники.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 И ОПАСНОСТИ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главных риска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Замещение навыка сноровкой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 осваивает получение хороших оценок, не осваивая изобретательство. Признак: индексы растут при падающей самостоятельности.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2020824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Замкнутый цикл обучения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извлекает закономерности из собственных разборов и усиливает свою же ошибку. Признак: согласие агентов растёт, переопределений всё меньше.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813048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95935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Вырождение отрицания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4361688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Ритуал (ни одно возражение не признано существенным) либо машина отказов, вокруг которой складывается культура сокрытия замыслов.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813048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95935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от респектабельности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4361688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возражения сняты, замысел стал безупречен — и одновременно перестал быть новым. Критика съела ядро.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486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риск полностью не устраняется: систему, оценивающую по формальным признакам, в принципе можно освоить как навык. Единственная надёжная защита — ручной разбор работ людьми.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ЧЕСТНЫЕ ГРАНИЦЫ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система не делает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выносит решений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один переход не совершается без подписи человека. Итог определяет экспертный совет, и он может разойтись с оценками системы.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наблюдает реальность за вас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 требовать наблюдаемый факт и подсказать, где искать. В поле выходит человек.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0208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предсказывает успех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48472" y="242316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один агент не выдаёт «перспективно». Вместо вердикта собирается материал для решения: при каких условиях замысел оправдан и что должно подтвердиться.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40507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заменяет наставника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445312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Снимает проверку того, что проверяется формально. Оставляет неудобный вопрос из личного опыта и суждение о человеке.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90448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40507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работает с институциональным противоречием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445312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стороны принадлежат разным субъектам без общего центра решения, нужны переговоры и правила, а не изобретательство.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3904488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405079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помогает там, где противоречия нет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445312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улучшения — законный результат стадии S1, и признание этого экономит месяцы.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8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границ обязателен: система, названная в честь борьбы с построениями, объявляющими себя окончательными, не вправе объявлять окончательной себя.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6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ЗНАЧИТ ДЛЯ ВАС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чего начать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A5540"/>
          </a:solidFill>
          <a:ln w="19050">
            <a:solidFill>
              <a:srgbClr val="2E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FD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Приносите не решение, а задачу: какое событие вы наблюдали, какие два требования несовместимы, какие варианты отбросили и почему.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Критика здесь стоит вам ноль. Пятьдесят возражений за час — и ничего не потеряно.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14884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A5540"/>
          </a:solidFill>
          <a:ln w="19050">
            <a:solidFill>
              <a:srgbClr val="2E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BFD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83464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Смотрите путь работы, а не версию: изменилось ли ядро после критики, какие возражения автор признал, растёт ли доля самостоятельных ходов.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Замысел стал безупречен и перестал быть новым — это диагноз.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A5540"/>
          </a:solidFill>
          <a:ln w="19050">
            <a:solidFill>
              <a:srgbClr val="2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A8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83464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Премируйте качество работы стадий и содержательные возражения чужим работам.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Премия за прохождение гейтов даст имитацию — быстро и надёжно.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9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Изобретение вырастает там, где кто-то отказался выбирать между двумя необходимыми свойствами и потратил силы на то, чтобы получить оба.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поддержки изобретательства «Анти-Дюринг»</dc:title>
  <dc:subject>PptxGenJS Presentation</dc:subject>
  <dc:creator>Анти-Дюринг</dc:creator>
  <cp:lastModifiedBy>Анти-Дюринг</cp:lastModifiedBy>
  <cp:revision>1</cp:revision>
  <dcterms:created xsi:type="dcterms:W3CDTF">2026-08-03T10:33:17Z</dcterms:created>
  <dcterms:modified xsi:type="dcterms:W3CDTF">2026-08-03T10:33:17Z</dcterms:modified>
</cp:coreProperties>
</file>